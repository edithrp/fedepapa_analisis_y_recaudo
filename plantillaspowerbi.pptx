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66" r:id="rId4"/>
    <p:sldId id="268" r:id="rId5"/>
    <p:sldId id="271" r:id="rId6"/>
    <p:sldId id="272" r:id="rId7"/>
    <p:sldId id="273" r:id="rId8"/>
    <p:sldId id="274" r:id="rId9"/>
    <p:sldId id="276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552A3F-E89E-4D71-A4E4-61FFB918EDDF}" v="28" dt="2026-02-23T02:02:06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ith Rincon" userId="12bd49978ae318a8" providerId="LiveId" clId="{C046D085-153D-4B69-9BA6-FEDEE1D6C548}"/>
    <pc:docChg chg="undo custSel addSld delSld modSld sldOrd">
      <pc:chgData name="Edith Rincon" userId="12bd49978ae318a8" providerId="LiveId" clId="{C046D085-153D-4B69-9BA6-FEDEE1D6C548}" dt="2026-02-23T02:02:12.851" v="224" actId="14100"/>
      <pc:docMkLst>
        <pc:docMk/>
      </pc:docMkLst>
      <pc:sldChg chg="addSp delSp modSp mod">
        <pc:chgData name="Edith Rincon" userId="12bd49978ae318a8" providerId="LiveId" clId="{C046D085-153D-4B69-9BA6-FEDEE1D6C548}" dt="2026-02-23T01:50:04.278" v="95" actId="1076"/>
        <pc:sldMkLst>
          <pc:docMk/>
          <pc:sldMk cId="1057686860" sldId="256"/>
        </pc:sldMkLst>
        <pc:spChg chg="del mod">
          <ac:chgData name="Edith Rincon" userId="12bd49978ae318a8" providerId="LiveId" clId="{C046D085-153D-4B69-9BA6-FEDEE1D6C548}" dt="2026-02-23T01:41:03.892" v="50" actId="478"/>
          <ac:spMkLst>
            <pc:docMk/>
            <pc:sldMk cId="1057686860" sldId="256"/>
            <ac:spMk id="2" creationId="{127A059A-8F88-FA1E-2561-C641C3D90F6B}"/>
          </ac:spMkLst>
        </pc:spChg>
        <pc:spChg chg="del">
          <ac:chgData name="Edith Rincon" userId="12bd49978ae318a8" providerId="LiveId" clId="{C046D085-153D-4B69-9BA6-FEDEE1D6C548}" dt="2026-02-23T01:41:05.423" v="51" actId="478"/>
          <ac:spMkLst>
            <pc:docMk/>
            <pc:sldMk cId="1057686860" sldId="256"/>
            <ac:spMk id="3" creationId="{74CEBCB6-724A-D2A3-34A9-F52F254D8CE1}"/>
          </ac:spMkLst>
        </pc:spChg>
        <pc:picChg chg="add mod">
          <ac:chgData name="Edith Rincon" userId="12bd49978ae318a8" providerId="LiveId" clId="{C046D085-153D-4B69-9BA6-FEDEE1D6C548}" dt="2026-02-23T01:37:35.543" v="31" actId="1076"/>
          <ac:picMkLst>
            <pc:docMk/>
            <pc:sldMk cId="1057686860" sldId="256"/>
            <ac:picMk id="5" creationId="{EBEA2F49-0C80-DAF0-F0E9-56568E93802D}"/>
          </ac:picMkLst>
        </pc:picChg>
        <pc:picChg chg="add del">
          <ac:chgData name="Edith Rincon" userId="12bd49978ae318a8" providerId="LiveId" clId="{C046D085-153D-4B69-9BA6-FEDEE1D6C548}" dt="2026-02-23T01:37:50.681" v="33" actId="478"/>
          <ac:picMkLst>
            <pc:docMk/>
            <pc:sldMk cId="1057686860" sldId="256"/>
            <ac:picMk id="7" creationId="{9A643596-E7A9-D84D-45F3-875E1D3C094E}"/>
          </ac:picMkLst>
        </pc:picChg>
        <pc:picChg chg="add mod">
          <ac:chgData name="Edith Rincon" userId="12bd49978ae318a8" providerId="LiveId" clId="{C046D085-153D-4B69-9BA6-FEDEE1D6C548}" dt="2026-02-23T01:38:06.625" v="41" actId="1076"/>
          <ac:picMkLst>
            <pc:docMk/>
            <pc:sldMk cId="1057686860" sldId="256"/>
            <ac:picMk id="9" creationId="{3C65A067-BDD9-FE1E-E684-80EF5FD16ABD}"/>
          </ac:picMkLst>
        </pc:picChg>
        <pc:picChg chg="add del">
          <ac:chgData name="Edith Rincon" userId="12bd49978ae318a8" providerId="LiveId" clId="{C046D085-153D-4B69-9BA6-FEDEE1D6C548}" dt="2026-02-23T01:40:43.873" v="43" actId="478"/>
          <ac:picMkLst>
            <pc:docMk/>
            <pc:sldMk cId="1057686860" sldId="256"/>
            <ac:picMk id="11" creationId="{FDD29D1C-827B-54E0-792C-2B13917A6B49}"/>
          </ac:picMkLst>
        </pc:picChg>
        <pc:picChg chg="add mod">
          <ac:chgData name="Edith Rincon" userId="12bd49978ae318a8" providerId="LiveId" clId="{C046D085-153D-4B69-9BA6-FEDEE1D6C548}" dt="2026-02-23T01:50:04.278" v="95" actId="1076"/>
          <ac:picMkLst>
            <pc:docMk/>
            <pc:sldMk cId="1057686860" sldId="256"/>
            <ac:picMk id="13" creationId="{75D8A50B-C6A0-5B11-838D-D0D68264BDFB}"/>
          </ac:picMkLst>
        </pc:picChg>
        <pc:picChg chg="add del">
          <ac:chgData name="Edith Rincon" userId="12bd49978ae318a8" providerId="LiveId" clId="{C046D085-153D-4B69-9BA6-FEDEE1D6C548}" dt="2026-02-23T01:41:15.005" v="53" actId="478"/>
          <ac:picMkLst>
            <pc:docMk/>
            <pc:sldMk cId="1057686860" sldId="256"/>
            <ac:picMk id="15" creationId="{9D1FD450-59FF-7EB0-4C82-5DBEBB8EDB90}"/>
          </ac:picMkLst>
        </pc:picChg>
        <pc:picChg chg="add del mod">
          <ac:chgData name="Edith Rincon" userId="12bd49978ae318a8" providerId="LiveId" clId="{C046D085-153D-4B69-9BA6-FEDEE1D6C548}" dt="2026-02-23T01:41:24.025" v="57" actId="478"/>
          <ac:picMkLst>
            <pc:docMk/>
            <pc:sldMk cId="1057686860" sldId="256"/>
            <ac:picMk id="17" creationId="{9880FFAA-89DB-4ABA-D4F3-A134A28D76BD}"/>
          </ac:picMkLst>
        </pc:picChg>
        <pc:picChg chg="add mod">
          <ac:chgData name="Edith Rincon" userId="12bd49978ae318a8" providerId="LiveId" clId="{C046D085-153D-4B69-9BA6-FEDEE1D6C548}" dt="2026-02-23T01:41:46.773" v="69" actId="1076"/>
          <ac:picMkLst>
            <pc:docMk/>
            <pc:sldMk cId="1057686860" sldId="256"/>
            <ac:picMk id="19" creationId="{CDE296B0-0A4D-EF91-AF11-E70F72D34EC8}"/>
          </ac:picMkLst>
        </pc:picChg>
        <pc:picChg chg="add mod">
          <ac:chgData name="Edith Rincon" userId="12bd49978ae318a8" providerId="LiveId" clId="{C046D085-153D-4B69-9BA6-FEDEE1D6C548}" dt="2026-02-23T01:44:22.928" v="82" actId="14100"/>
          <ac:picMkLst>
            <pc:docMk/>
            <pc:sldMk cId="1057686860" sldId="256"/>
            <ac:picMk id="21" creationId="{222939A8-BFF9-79EA-9AFF-C82255043637}"/>
          </ac:picMkLst>
        </pc:picChg>
        <pc:picChg chg="add del mod">
          <ac:chgData name="Edith Rincon" userId="12bd49978ae318a8" providerId="LiveId" clId="{C046D085-153D-4B69-9BA6-FEDEE1D6C548}" dt="2026-02-23T01:43:56.511" v="76" actId="478"/>
          <ac:picMkLst>
            <pc:docMk/>
            <pc:sldMk cId="1057686860" sldId="256"/>
            <ac:picMk id="23" creationId="{A890FEA6-8EE6-6A13-C634-4D4A7DCEEE6C}"/>
          </ac:picMkLst>
        </pc:picChg>
        <pc:picChg chg="add mod">
          <ac:chgData name="Edith Rincon" userId="12bd49978ae318a8" providerId="LiveId" clId="{C046D085-153D-4B69-9BA6-FEDEE1D6C548}" dt="2026-02-23T01:44:18.577" v="80" actId="14100"/>
          <ac:picMkLst>
            <pc:docMk/>
            <pc:sldMk cId="1057686860" sldId="256"/>
            <ac:picMk id="25" creationId="{280EED37-4B72-A985-E89C-DD0A134A9C96}"/>
          </ac:picMkLst>
        </pc:picChg>
        <pc:picChg chg="add del">
          <ac:chgData name="Edith Rincon" userId="12bd49978ae318a8" providerId="LiveId" clId="{C046D085-153D-4B69-9BA6-FEDEE1D6C548}" dt="2026-02-23T01:48:16.373" v="84" actId="478"/>
          <ac:picMkLst>
            <pc:docMk/>
            <pc:sldMk cId="1057686860" sldId="256"/>
            <ac:picMk id="27" creationId="{C5EA0899-348C-CA66-6E50-63DCAE77B984}"/>
          </ac:picMkLst>
        </pc:picChg>
        <pc:picChg chg="add mod">
          <ac:chgData name="Edith Rincon" userId="12bd49978ae318a8" providerId="LiveId" clId="{C046D085-153D-4B69-9BA6-FEDEE1D6C548}" dt="2026-02-23T01:48:55.249" v="94" actId="1076"/>
          <ac:picMkLst>
            <pc:docMk/>
            <pc:sldMk cId="1057686860" sldId="256"/>
            <ac:picMk id="29" creationId="{106630AD-F374-7CF4-2806-55A37B0E434C}"/>
          </ac:picMkLst>
        </pc:picChg>
        <pc:picChg chg="add mod">
          <ac:chgData name="Edith Rincon" userId="12bd49978ae318a8" providerId="LiveId" clId="{C046D085-153D-4B69-9BA6-FEDEE1D6C548}" dt="2026-02-23T01:48:38.336" v="91" actId="14100"/>
          <ac:picMkLst>
            <pc:docMk/>
            <pc:sldMk cId="1057686860" sldId="256"/>
            <ac:picMk id="31" creationId="{DB0C3DAD-7417-BFBB-2EB3-31A1D00802D1}"/>
          </ac:picMkLst>
        </pc:picChg>
      </pc:sldChg>
      <pc:sldChg chg="addSp delSp modSp add mod">
        <pc:chgData name="Edith Rincon" userId="12bd49978ae318a8" providerId="LiveId" clId="{C046D085-153D-4B69-9BA6-FEDEE1D6C548}" dt="2026-02-23T01:56:55.498" v="168" actId="14100"/>
        <pc:sldMkLst>
          <pc:docMk/>
          <pc:sldMk cId="3094767755" sldId="266"/>
        </pc:sldMkLst>
        <pc:spChg chg="add del mod">
          <ac:chgData name="Edith Rincon" userId="12bd49978ae318a8" providerId="LiveId" clId="{C046D085-153D-4B69-9BA6-FEDEE1D6C548}" dt="2026-02-23T01:51:53.525" v="119" actId="478"/>
          <ac:spMkLst>
            <pc:docMk/>
            <pc:sldMk cId="3094767755" sldId="266"/>
            <ac:spMk id="2" creationId="{DD55857E-CFEA-C449-20FC-8A65F99B2C87}"/>
          </ac:spMkLst>
        </pc:spChg>
        <pc:spChg chg="mod">
          <ac:chgData name="Edith Rincon" userId="12bd49978ae318a8" providerId="LiveId" clId="{C046D085-153D-4B69-9BA6-FEDEE1D6C548}" dt="2026-02-23T01:55:03.595" v="153" actId="1076"/>
          <ac:spMkLst>
            <pc:docMk/>
            <pc:sldMk cId="3094767755" sldId="266"/>
            <ac:spMk id="4" creationId="{00000000-0000-0000-0000-000000000000}"/>
          </ac:spMkLst>
        </pc:spChg>
        <pc:spChg chg="mod">
          <ac:chgData name="Edith Rincon" userId="12bd49978ae318a8" providerId="LiveId" clId="{C046D085-153D-4B69-9BA6-FEDEE1D6C548}" dt="2026-02-23T01:53:48.419" v="132" actId="1076"/>
          <ac:spMkLst>
            <pc:docMk/>
            <pc:sldMk cId="3094767755" sldId="266"/>
            <ac:spMk id="5" creationId="{00000000-0000-0000-0000-000000000000}"/>
          </ac:spMkLst>
        </pc:spChg>
        <pc:spChg chg="mod">
          <ac:chgData name="Edith Rincon" userId="12bd49978ae318a8" providerId="LiveId" clId="{C046D085-153D-4B69-9BA6-FEDEE1D6C548}" dt="2026-02-23T01:54:09.953" v="139" actId="14100"/>
          <ac:spMkLst>
            <pc:docMk/>
            <pc:sldMk cId="3094767755" sldId="266"/>
            <ac:spMk id="6" creationId="{00000000-0000-0000-0000-000000000000}"/>
          </ac:spMkLst>
        </pc:spChg>
        <pc:spChg chg="mod">
          <ac:chgData name="Edith Rincon" userId="12bd49978ae318a8" providerId="LiveId" clId="{C046D085-153D-4B69-9BA6-FEDEE1D6C548}" dt="2026-02-23T01:54:19.584" v="142" actId="1076"/>
          <ac:spMkLst>
            <pc:docMk/>
            <pc:sldMk cId="3094767755" sldId="266"/>
            <ac:spMk id="7" creationId="{00000000-0000-0000-0000-000000000000}"/>
          </ac:spMkLst>
        </pc:spChg>
        <pc:spChg chg="mod">
          <ac:chgData name="Edith Rincon" userId="12bd49978ae318a8" providerId="LiveId" clId="{C046D085-153D-4B69-9BA6-FEDEE1D6C548}" dt="2026-02-23T01:54:19.008" v="141" actId="14100"/>
          <ac:spMkLst>
            <pc:docMk/>
            <pc:sldMk cId="3094767755" sldId="266"/>
            <ac:spMk id="8" creationId="{00000000-0000-0000-0000-000000000000}"/>
          </ac:spMkLst>
        </pc:spChg>
        <pc:spChg chg="mod">
          <ac:chgData name="Edith Rincon" userId="12bd49978ae318a8" providerId="LiveId" clId="{C046D085-153D-4B69-9BA6-FEDEE1D6C548}" dt="2026-02-23T01:54:03.932" v="137" actId="14100"/>
          <ac:spMkLst>
            <pc:docMk/>
            <pc:sldMk cId="3094767755" sldId="266"/>
            <ac:spMk id="9" creationId="{00000000-0000-0000-0000-000000000000}"/>
          </ac:spMkLst>
        </pc:spChg>
        <pc:picChg chg="add del mod">
          <ac:chgData name="Edith Rincon" userId="12bd49978ae318a8" providerId="LiveId" clId="{C046D085-153D-4B69-9BA6-FEDEE1D6C548}" dt="2026-02-23T01:56:16.760" v="159" actId="478"/>
          <ac:picMkLst>
            <pc:docMk/>
            <pc:sldMk cId="3094767755" sldId="266"/>
            <ac:picMk id="3" creationId="{443FBDEC-FECB-DF3C-8555-CC8D70BA82EC}"/>
          </ac:picMkLst>
        </pc:picChg>
        <pc:picChg chg="add mod">
          <ac:chgData name="Edith Rincon" userId="12bd49978ae318a8" providerId="LiveId" clId="{C046D085-153D-4B69-9BA6-FEDEE1D6C548}" dt="2026-02-23T01:52:59.329" v="128" actId="1076"/>
          <ac:picMkLst>
            <pc:docMk/>
            <pc:sldMk cId="3094767755" sldId="266"/>
            <ac:picMk id="10" creationId="{C07384BB-6765-DF19-6379-DCDF9BCC94EA}"/>
          </ac:picMkLst>
        </pc:picChg>
        <pc:picChg chg="add mod">
          <ac:chgData name="Edith Rincon" userId="12bd49978ae318a8" providerId="LiveId" clId="{C046D085-153D-4B69-9BA6-FEDEE1D6C548}" dt="2026-02-23T01:52:54.634" v="126" actId="1076"/>
          <ac:picMkLst>
            <pc:docMk/>
            <pc:sldMk cId="3094767755" sldId="266"/>
            <ac:picMk id="11" creationId="{E48ADC18-13AC-B2C5-2EA3-B8A335E86C8E}"/>
          </ac:picMkLst>
        </pc:picChg>
        <pc:picChg chg="add mod">
          <ac:chgData name="Edith Rincon" userId="12bd49978ae318a8" providerId="LiveId" clId="{C046D085-153D-4B69-9BA6-FEDEE1D6C548}" dt="2026-02-23T01:53:12.252" v="130" actId="1076"/>
          <ac:picMkLst>
            <pc:docMk/>
            <pc:sldMk cId="3094767755" sldId="266"/>
            <ac:picMk id="12" creationId="{B18B694F-973A-442D-4076-0D5476C6B9FD}"/>
          </ac:picMkLst>
        </pc:picChg>
        <pc:picChg chg="add mod">
          <ac:chgData name="Edith Rincon" userId="12bd49978ae318a8" providerId="LiveId" clId="{C046D085-153D-4B69-9BA6-FEDEE1D6C548}" dt="2026-02-23T01:53:50.970" v="133" actId="1076"/>
          <ac:picMkLst>
            <pc:docMk/>
            <pc:sldMk cId="3094767755" sldId="266"/>
            <ac:picMk id="14" creationId="{8903DA0F-C68B-4DB2-3194-4BFBBB2A9891}"/>
          </ac:picMkLst>
        </pc:picChg>
        <pc:picChg chg="add mod">
          <ac:chgData name="Edith Rincon" userId="12bd49978ae318a8" providerId="LiveId" clId="{C046D085-153D-4B69-9BA6-FEDEE1D6C548}" dt="2026-02-23T01:54:57.923" v="151" actId="571"/>
          <ac:picMkLst>
            <pc:docMk/>
            <pc:sldMk cId="3094767755" sldId="266"/>
            <ac:picMk id="15" creationId="{EDFCA64E-5C71-5B93-325C-7E1EDBF7BB8A}"/>
          </ac:picMkLst>
        </pc:picChg>
        <pc:picChg chg="add mod">
          <ac:chgData name="Edith Rincon" userId="12bd49978ae318a8" providerId="LiveId" clId="{C046D085-153D-4B69-9BA6-FEDEE1D6C548}" dt="2026-02-23T01:54:57.923" v="151" actId="571"/>
          <ac:picMkLst>
            <pc:docMk/>
            <pc:sldMk cId="3094767755" sldId="266"/>
            <ac:picMk id="16" creationId="{5A96C04E-A255-FA8F-0ECE-CB116812F4A8}"/>
          </ac:picMkLst>
        </pc:picChg>
        <pc:picChg chg="add mod">
          <ac:chgData name="Edith Rincon" userId="12bd49978ae318a8" providerId="LiveId" clId="{C046D085-153D-4B69-9BA6-FEDEE1D6C548}" dt="2026-02-23T01:54:57.923" v="151" actId="571"/>
          <ac:picMkLst>
            <pc:docMk/>
            <pc:sldMk cId="3094767755" sldId="266"/>
            <ac:picMk id="17" creationId="{4BE10538-3E52-4B71-D874-3510C5B39929}"/>
          </ac:picMkLst>
        </pc:picChg>
        <pc:picChg chg="add mod">
          <ac:chgData name="Edith Rincon" userId="12bd49978ae318a8" providerId="LiveId" clId="{C046D085-153D-4B69-9BA6-FEDEE1D6C548}" dt="2026-02-23T01:56:55.498" v="168" actId="14100"/>
          <ac:picMkLst>
            <pc:docMk/>
            <pc:sldMk cId="3094767755" sldId="266"/>
            <ac:picMk id="18" creationId="{91F1D903-4D3C-17C2-F3F1-1D784D17B596}"/>
          </ac:picMkLst>
        </pc:picChg>
      </pc:sldChg>
      <pc:sldChg chg="new del">
        <pc:chgData name="Edith Rincon" userId="12bd49978ae318a8" providerId="LiveId" clId="{C046D085-153D-4B69-9BA6-FEDEE1D6C548}" dt="2026-02-23T01:31:17.633" v="4" actId="47"/>
        <pc:sldMkLst>
          <pc:docMk/>
          <pc:sldMk cId="1537114940" sldId="267"/>
        </pc:sldMkLst>
      </pc:sldChg>
      <pc:sldChg chg="addSp delSp modSp add mod">
        <pc:chgData name="Edith Rincon" userId="12bd49978ae318a8" providerId="LiveId" clId="{C046D085-153D-4B69-9BA6-FEDEE1D6C548}" dt="2026-02-23T01:57:22.559" v="175" actId="1076"/>
        <pc:sldMkLst>
          <pc:docMk/>
          <pc:sldMk cId="1376613172" sldId="268"/>
        </pc:sldMkLst>
        <pc:spChg chg="add del mod">
          <ac:chgData name="Edith Rincon" userId="12bd49978ae318a8" providerId="LiveId" clId="{C046D085-153D-4B69-9BA6-FEDEE1D6C548}" dt="2026-02-23T01:54:28.107" v="144" actId="478"/>
          <ac:spMkLst>
            <pc:docMk/>
            <pc:sldMk cId="1376613172" sldId="268"/>
            <ac:spMk id="2" creationId="{FF87B448-7CDB-AAA6-12F4-FA86CE24F3C4}"/>
          </ac:spMkLst>
        </pc:spChg>
        <pc:spChg chg="mod">
          <ac:chgData name="Edith Rincon" userId="12bd49978ae318a8" providerId="LiveId" clId="{C046D085-153D-4B69-9BA6-FEDEE1D6C548}" dt="2026-02-23T01:35:12.781" v="22" actId="14100"/>
          <ac:spMkLst>
            <pc:docMk/>
            <pc:sldMk cId="1376613172" sldId="268"/>
            <ac:spMk id="4" creationId="{00000000-0000-0000-0000-000000000000}"/>
          </ac:spMkLst>
        </pc:spChg>
        <pc:spChg chg="mod">
          <ac:chgData name="Edith Rincon" userId="12bd49978ae318a8" providerId="LiveId" clId="{C046D085-153D-4B69-9BA6-FEDEE1D6C548}" dt="2026-02-23T01:54:26.361" v="143" actId="1076"/>
          <ac:spMkLst>
            <pc:docMk/>
            <pc:sldMk cId="1376613172" sldId="268"/>
            <ac:spMk id="5" creationId="{00000000-0000-0000-0000-000000000000}"/>
          </ac:spMkLst>
        </pc:spChg>
        <pc:spChg chg="mod">
          <ac:chgData name="Edith Rincon" userId="12bd49978ae318a8" providerId="LiveId" clId="{C046D085-153D-4B69-9BA6-FEDEE1D6C548}" dt="2026-02-23T01:54:31.569" v="145" actId="14100"/>
          <ac:spMkLst>
            <pc:docMk/>
            <pc:sldMk cId="1376613172" sldId="268"/>
            <ac:spMk id="6" creationId="{00000000-0000-0000-0000-000000000000}"/>
          </ac:spMkLst>
        </pc:spChg>
        <pc:spChg chg="mod">
          <ac:chgData name="Edith Rincon" userId="12bd49978ae318a8" providerId="LiveId" clId="{C046D085-153D-4B69-9BA6-FEDEE1D6C548}" dt="2026-02-23T01:55:32.352" v="156" actId="14100"/>
          <ac:spMkLst>
            <pc:docMk/>
            <pc:sldMk cId="1376613172" sldId="268"/>
            <ac:spMk id="7" creationId="{00000000-0000-0000-0000-000000000000}"/>
          </ac:spMkLst>
        </pc:spChg>
        <pc:picChg chg="add mod">
          <ac:chgData name="Edith Rincon" userId="12bd49978ae318a8" providerId="LiveId" clId="{C046D085-153D-4B69-9BA6-FEDEE1D6C548}" dt="2026-02-23T01:54:55.085" v="150" actId="1076"/>
          <ac:picMkLst>
            <pc:docMk/>
            <pc:sldMk cId="1376613172" sldId="268"/>
            <ac:picMk id="3" creationId="{04449EBA-71DB-2614-00C1-CE4F0C83A4A0}"/>
          </ac:picMkLst>
        </pc:picChg>
        <pc:picChg chg="add mod">
          <ac:chgData name="Edith Rincon" userId="12bd49978ae318a8" providerId="LiveId" clId="{C046D085-153D-4B69-9BA6-FEDEE1D6C548}" dt="2026-02-23T01:54:55.085" v="150" actId="1076"/>
          <ac:picMkLst>
            <pc:docMk/>
            <pc:sldMk cId="1376613172" sldId="268"/>
            <ac:picMk id="8" creationId="{C4B004E8-A27B-677E-9494-622C731D6749}"/>
          </ac:picMkLst>
        </pc:picChg>
        <pc:picChg chg="add mod">
          <ac:chgData name="Edith Rincon" userId="12bd49978ae318a8" providerId="LiveId" clId="{C046D085-153D-4B69-9BA6-FEDEE1D6C548}" dt="2026-02-23T01:54:55.085" v="150" actId="1076"/>
          <ac:picMkLst>
            <pc:docMk/>
            <pc:sldMk cId="1376613172" sldId="268"/>
            <ac:picMk id="9" creationId="{FA088C86-5125-D5DE-1A4B-32E1386959B0}"/>
          </ac:picMkLst>
        </pc:picChg>
        <pc:picChg chg="add mod">
          <ac:chgData name="Edith Rincon" userId="12bd49978ae318a8" providerId="LiveId" clId="{C046D085-153D-4B69-9BA6-FEDEE1D6C548}" dt="2026-02-23T01:54:55.085" v="150" actId="1076"/>
          <ac:picMkLst>
            <pc:docMk/>
            <pc:sldMk cId="1376613172" sldId="268"/>
            <ac:picMk id="10" creationId="{123FD307-2913-7943-E402-315575CA963A}"/>
          </ac:picMkLst>
        </pc:picChg>
        <pc:picChg chg="add del mod">
          <ac:chgData name="Edith Rincon" userId="12bd49978ae318a8" providerId="LiveId" clId="{C046D085-153D-4B69-9BA6-FEDEE1D6C548}" dt="2026-02-23T01:56:41.969" v="164" actId="478"/>
          <ac:picMkLst>
            <pc:docMk/>
            <pc:sldMk cId="1376613172" sldId="268"/>
            <ac:picMk id="11" creationId="{833CB9B5-6646-EED6-57DB-529B1151CFD0}"/>
          </ac:picMkLst>
        </pc:picChg>
        <pc:picChg chg="add mod">
          <ac:chgData name="Edith Rincon" userId="12bd49978ae318a8" providerId="LiveId" clId="{C046D085-153D-4B69-9BA6-FEDEE1D6C548}" dt="2026-02-23T01:55:11.539" v="154"/>
          <ac:picMkLst>
            <pc:docMk/>
            <pc:sldMk cId="1376613172" sldId="268"/>
            <ac:picMk id="12" creationId="{71B91371-B84E-0581-1698-19081AFD29D6}"/>
          </ac:picMkLst>
        </pc:picChg>
        <pc:picChg chg="add mod">
          <ac:chgData name="Edith Rincon" userId="12bd49978ae318a8" providerId="LiveId" clId="{C046D085-153D-4B69-9BA6-FEDEE1D6C548}" dt="2026-02-23T01:55:11.539" v="154"/>
          <ac:picMkLst>
            <pc:docMk/>
            <pc:sldMk cId="1376613172" sldId="268"/>
            <ac:picMk id="13" creationId="{69225536-0368-4AA1-8784-4F12720CA11D}"/>
          </ac:picMkLst>
        </pc:picChg>
        <pc:picChg chg="add mod">
          <ac:chgData name="Edith Rincon" userId="12bd49978ae318a8" providerId="LiveId" clId="{C046D085-153D-4B69-9BA6-FEDEE1D6C548}" dt="2026-02-23T01:55:11.539" v="154"/>
          <ac:picMkLst>
            <pc:docMk/>
            <pc:sldMk cId="1376613172" sldId="268"/>
            <ac:picMk id="14" creationId="{6C20B63B-2F37-5855-8EBE-04BE0F9F6D1A}"/>
          </ac:picMkLst>
        </pc:picChg>
        <pc:picChg chg="add mod">
          <ac:chgData name="Edith Rincon" userId="12bd49978ae318a8" providerId="LiveId" clId="{C046D085-153D-4B69-9BA6-FEDEE1D6C548}" dt="2026-02-23T01:55:24.566" v="155"/>
          <ac:picMkLst>
            <pc:docMk/>
            <pc:sldMk cId="1376613172" sldId="268"/>
            <ac:picMk id="15" creationId="{65E4510D-0EFB-AE63-93DC-C57193A1ADBF}"/>
          </ac:picMkLst>
        </pc:picChg>
        <pc:picChg chg="add mod">
          <ac:chgData name="Edith Rincon" userId="12bd49978ae318a8" providerId="LiveId" clId="{C046D085-153D-4B69-9BA6-FEDEE1D6C548}" dt="2026-02-23T01:57:22.559" v="175" actId="1076"/>
          <ac:picMkLst>
            <pc:docMk/>
            <pc:sldMk cId="1376613172" sldId="268"/>
            <ac:picMk id="16" creationId="{28C9387E-AB7D-F359-DB41-DFABE1A296B5}"/>
          </ac:picMkLst>
        </pc:picChg>
      </pc:sldChg>
      <pc:sldChg chg="new del">
        <pc:chgData name="Edith Rincon" userId="12bd49978ae318a8" providerId="LiveId" clId="{C046D085-153D-4B69-9BA6-FEDEE1D6C548}" dt="2026-02-23T01:59:09.121" v="189" actId="47"/>
        <pc:sldMkLst>
          <pc:docMk/>
          <pc:sldMk cId="1567993241" sldId="269"/>
        </pc:sldMkLst>
      </pc:sldChg>
      <pc:sldChg chg="modSp add mod ord">
        <pc:chgData name="Edith Rincon" userId="12bd49978ae318a8" providerId="LiveId" clId="{C046D085-153D-4B69-9BA6-FEDEE1D6C548}" dt="2026-02-23T01:59:14.064" v="191"/>
        <pc:sldMkLst>
          <pc:docMk/>
          <pc:sldMk cId="856458185" sldId="270"/>
        </pc:sldMkLst>
        <pc:picChg chg="mod">
          <ac:chgData name="Edith Rincon" userId="12bd49978ae318a8" providerId="LiveId" clId="{C046D085-153D-4B69-9BA6-FEDEE1D6C548}" dt="2026-02-23T01:58:45.947" v="187" actId="14100"/>
          <ac:picMkLst>
            <pc:docMk/>
            <pc:sldMk cId="856458185" sldId="270"/>
            <ac:picMk id="11" creationId="{4023C0D0-3013-4D03-5006-4A2363467ED1}"/>
          </ac:picMkLst>
        </pc:picChg>
      </pc:sldChg>
      <pc:sldChg chg="addSp delSp modSp add mod">
        <pc:chgData name="Edith Rincon" userId="12bd49978ae318a8" providerId="LiveId" clId="{C046D085-153D-4B69-9BA6-FEDEE1D6C548}" dt="2026-02-23T02:00:30.451" v="204" actId="478"/>
        <pc:sldMkLst>
          <pc:docMk/>
          <pc:sldMk cId="1238966989" sldId="271"/>
        </pc:sldMkLst>
        <pc:spChg chg="add mod">
          <ac:chgData name="Edith Rincon" userId="12bd49978ae318a8" providerId="LiveId" clId="{C046D085-153D-4B69-9BA6-FEDEE1D6C548}" dt="2026-02-23T01:58:06.055" v="185" actId="14100"/>
          <ac:spMkLst>
            <pc:docMk/>
            <pc:sldMk cId="1238966989" sldId="271"/>
            <ac:spMk id="2" creationId="{68AB005A-7220-BBC6-EE5D-61ADB80BAB6C}"/>
          </ac:spMkLst>
        </pc:spChg>
        <pc:spChg chg="mod">
          <ac:chgData name="Edith Rincon" userId="12bd49978ae318a8" providerId="LiveId" clId="{C046D085-153D-4B69-9BA6-FEDEE1D6C548}" dt="2026-02-23T01:57:59.388" v="183" actId="14100"/>
          <ac:spMkLst>
            <pc:docMk/>
            <pc:sldMk cId="1238966989" sldId="271"/>
            <ac:spMk id="6" creationId="{841C5397-10EB-8485-7B0A-3B2C95E3E78C}"/>
          </ac:spMkLst>
        </pc:spChg>
        <pc:spChg chg="mod">
          <ac:chgData name="Edith Rincon" userId="12bd49978ae318a8" providerId="LiveId" clId="{C046D085-153D-4B69-9BA6-FEDEE1D6C548}" dt="2026-02-23T01:58:14.644" v="186" actId="14100"/>
          <ac:spMkLst>
            <pc:docMk/>
            <pc:sldMk cId="1238966989" sldId="271"/>
            <ac:spMk id="7" creationId="{0AC02F00-FDE9-DBC6-0752-5CE8113CEA30}"/>
          </ac:spMkLst>
        </pc:spChg>
        <pc:picChg chg="add mod">
          <ac:chgData name="Edith Rincon" userId="12bd49978ae318a8" providerId="LiveId" clId="{C046D085-153D-4B69-9BA6-FEDEE1D6C548}" dt="2026-02-23T02:00:23.140" v="203"/>
          <ac:picMkLst>
            <pc:docMk/>
            <pc:sldMk cId="1238966989" sldId="271"/>
            <ac:picMk id="3" creationId="{109F027F-CC6B-7CA4-A72A-FAC8C59D6EDF}"/>
          </ac:picMkLst>
        </pc:picChg>
        <pc:picChg chg="add del">
          <ac:chgData name="Edith Rincon" userId="12bd49978ae318a8" providerId="LiveId" clId="{C046D085-153D-4B69-9BA6-FEDEE1D6C548}" dt="2026-02-23T02:00:30.451" v="204" actId="478"/>
          <ac:picMkLst>
            <pc:docMk/>
            <pc:sldMk cId="1238966989" sldId="271"/>
            <ac:picMk id="16" creationId="{DBFD53AC-E8DF-7A1E-C687-627EE8C6AE78}"/>
          </ac:picMkLst>
        </pc:picChg>
      </pc:sldChg>
      <pc:sldChg chg="addSp delSp modSp add mod">
        <pc:chgData name="Edith Rincon" userId="12bd49978ae318a8" providerId="LiveId" clId="{C046D085-153D-4B69-9BA6-FEDEE1D6C548}" dt="2026-02-23T02:00:34.982" v="206"/>
        <pc:sldMkLst>
          <pc:docMk/>
          <pc:sldMk cId="307562641" sldId="272"/>
        </pc:sldMkLst>
        <pc:picChg chg="add mod">
          <ac:chgData name="Edith Rincon" userId="12bd49978ae318a8" providerId="LiveId" clId="{C046D085-153D-4B69-9BA6-FEDEE1D6C548}" dt="2026-02-23T01:59:54.724" v="196" actId="14100"/>
          <ac:picMkLst>
            <pc:docMk/>
            <pc:sldMk cId="307562641" sldId="272"/>
            <ac:picMk id="2" creationId="{D9787089-3E1B-5117-8C94-7782B8112888}"/>
          </ac:picMkLst>
        </pc:picChg>
        <pc:picChg chg="add mod">
          <ac:chgData name="Edith Rincon" userId="12bd49978ae318a8" providerId="LiveId" clId="{C046D085-153D-4B69-9BA6-FEDEE1D6C548}" dt="2026-02-23T02:00:34.982" v="206"/>
          <ac:picMkLst>
            <pc:docMk/>
            <pc:sldMk cId="307562641" sldId="272"/>
            <ac:picMk id="3" creationId="{02C4C1E9-0133-A13D-081F-CDC65A2A8817}"/>
          </ac:picMkLst>
        </pc:picChg>
        <pc:picChg chg="del">
          <ac:chgData name="Edith Rincon" userId="12bd49978ae318a8" providerId="LiveId" clId="{C046D085-153D-4B69-9BA6-FEDEE1D6C548}" dt="2026-02-23T01:59:48.211" v="192" actId="478"/>
          <ac:picMkLst>
            <pc:docMk/>
            <pc:sldMk cId="307562641" sldId="272"/>
            <ac:picMk id="11" creationId="{0A99AC60-2C26-2C79-EA68-E50D42F4F405}"/>
          </ac:picMkLst>
        </pc:picChg>
        <pc:picChg chg="del">
          <ac:chgData name="Edith Rincon" userId="12bd49978ae318a8" providerId="LiveId" clId="{C046D085-153D-4B69-9BA6-FEDEE1D6C548}" dt="2026-02-23T02:00:34.639" v="205" actId="478"/>
          <ac:picMkLst>
            <pc:docMk/>
            <pc:sldMk cId="307562641" sldId="272"/>
            <ac:picMk id="18" creationId="{8B218A86-F4D1-3B53-3473-3F65A53556AF}"/>
          </ac:picMkLst>
        </pc:picChg>
      </pc:sldChg>
      <pc:sldChg chg="addSp delSp modSp add mod">
        <pc:chgData name="Edith Rincon" userId="12bd49978ae318a8" providerId="LiveId" clId="{C046D085-153D-4B69-9BA6-FEDEE1D6C548}" dt="2026-02-23T02:00:40.344" v="209" actId="1076"/>
        <pc:sldMkLst>
          <pc:docMk/>
          <pc:sldMk cId="1056988898" sldId="273"/>
        </pc:sldMkLst>
        <pc:picChg chg="add mod">
          <ac:chgData name="Edith Rincon" userId="12bd49978ae318a8" providerId="LiveId" clId="{C046D085-153D-4B69-9BA6-FEDEE1D6C548}" dt="2026-02-23T02:00:03.956" v="198"/>
          <ac:picMkLst>
            <pc:docMk/>
            <pc:sldMk cId="1056988898" sldId="273"/>
            <ac:picMk id="2" creationId="{C92815C8-F114-B423-9BC1-4CC3840BD1CF}"/>
          </ac:picMkLst>
        </pc:picChg>
        <pc:picChg chg="add mod">
          <ac:chgData name="Edith Rincon" userId="12bd49978ae318a8" providerId="LiveId" clId="{C046D085-153D-4B69-9BA6-FEDEE1D6C548}" dt="2026-02-23T02:00:40.344" v="209" actId="1076"/>
          <ac:picMkLst>
            <pc:docMk/>
            <pc:sldMk cId="1056988898" sldId="273"/>
            <ac:picMk id="3" creationId="{D9D09E1E-0F81-8D7C-829C-0E9BA74075D6}"/>
          </ac:picMkLst>
        </pc:picChg>
        <pc:picChg chg="del">
          <ac:chgData name="Edith Rincon" userId="12bd49978ae318a8" providerId="LiveId" clId="{C046D085-153D-4B69-9BA6-FEDEE1D6C548}" dt="2026-02-23T02:00:03.477" v="197" actId="478"/>
          <ac:picMkLst>
            <pc:docMk/>
            <pc:sldMk cId="1056988898" sldId="273"/>
            <ac:picMk id="13" creationId="{CCD0D1E4-A651-B8E9-B150-2DB4B13D7100}"/>
          </ac:picMkLst>
        </pc:picChg>
        <pc:picChg chg="del">
          <ac:chgData name="Edith Rincon" userId="12bd49978ae318a8" providerId="LiveId" clId="{C046D085-153D-4B69-9BA6-FEDEE1D6C548}" dt="2026-02-23T02:00:38.098" v="207" actId="478"/>
          <ac:picMkLst>
            <pc:docMk/>
            <pc:sldMk cId="1056988898" sldId="273"/>
            <ac:picMk id="16" creationId="{242EA1D6-345B-A34C-EBE8-D591AB41E4C9}"/>
          </ac:picMkLst>
        </pc:picChg>
      </pc:sldChg>
      <pc:sldChg chg="addSp delSp modSp add mod">
        <pc:chgData name="Edith Rincon" userId="12bd49978ae318a8" providerId="LiveId" clId="{C046D085-153D-4B69-9BA6-FEDEE1D6C548}" dt="2026-02-23T02:00:44.661" v="211"/>
        <pc:sldMkLst>
          <pc:docMk/>
          <pc:sldMk cId="613039315" sldId="274"/>
        </pc:sldMkLst>
        <pc:picChg chg="add mod">
          <ac:chgData name="Edith Rincon" userId="12bd49978ae318a8" providerId="LiveId" clId="{C046D085-153D-4B69-9BA6-FEDEE1D6C548}" dt="2026-02-23T02:00:11.219" v="201" actId="1076"/>
          <ac:picMkLst>
            <pc:docMk/>
            <pc:sldMk cId="613039315" sldId="274"/>
            <ac:picMk id="3" creationId="{83C801B0-56DE-F382-9C67-64AE4447D413}"/>
          </ac:picMkLst>
        </pc:picChg>
        <pc:picChg chg="add mod">
          <ac:chgData name="Edith Rincon" userId="12bd49978ae318a8" providerId="LiveId" clId="{C046D085-153D-4B69-9BA6-FEDEE1D6C548}" dt="2026-02-23T02:00:44.661" v="211"/>
          <ac:picMkLst>
            <pc:docMk/>
            <pc:sldMk cId="613039315" sldId="274"/>
            <ac:picMk id="8" creationId="{DACE3357-DFA6-92FF-7FD6-AC5B23C6FD54}"/>
          </ac:picMkLst>
        </pc:picChg>
        <pc:picChg chg="del">
          <ac:chgData name="Edith Rincon" userId="12bd49978ae318a8" providerId="LiveId" clId="{C046D085-153D-4B69-9BA6-FEDEE1D6C548}" dt="2026-02-23T02:00:08.112" v="199" actId="478"/>
          <ac:picMkLst>
            <pc:docMk/>
            <pc:sldMk cId="613039315" sldId="274"/>
            <ac:picMk id="13" creationId="{5CDEDDA7-4B1F-796B-55C2-94F7FB8DD18C}"/>
          </ac:picMkLst>
        </pc:picChg>
        <pc:picChg chg="del">
          <ac:chgData name="Edith Rincon" userId="12bd49978ae318a8" providerId="LiveId" clId="{C046D085-153D-4B69-9BA6-FEDEE1D6C548}" dt="2026-02-23T02:00:44.309" v="210" actId="478"/>
          <ac:picMkLst>
            <pc:docMk/>
            <pc:sldMk cId="613039315" sldId="274"/>
            <ac:picMk id="16" creationId="{77BD0456-0068-FF2B-DC95-166F9FFD56CC}"/>
          </ac:picMkLst>
        </pc:picChg>
      </pc:sldChg>
      <pc:sldChg chg="new del">
        <pc:chgData name="Edith Rincon" userId="12bd49978ae318a8" providerId="LiveId" clId="{C046D085-153D-4B69-9BA6-FEDEE1D6C548}" dt="2026-02-23T02:01:56.220" v="221" actId="47"/>
        <pc:sldMkLst>
          <pc:docMk/>
          <pc:sldMk cId="1910789300" sldId="275"/>
        </pc:sldMkLst>
      </pc:sldChg>
      <pc:sldChg chg="addSp delSp modSp add mod">
        <pc:chgData name="Edith Rincon" userId="12bd49978ae318a8" providerId="LiveId" clId="{C046D085-153D-4B69-9BA6-FEDEE1D6C548}" dt="2026-02-23T02:02:12.851" v="224" actId="14100"/>
        <pc:sldMkLst>
          <pc:docMk/>
          <pc:sldMk cId="651295698" sldId="276"/>
        </pc:sldMkLst>
        <pc:picChg chg="del">
          <ac:chgData name="Edith Rincon" userId="12bd49978ae318a8" providerId="LiveId" clId="{C046D085-153D-4B69-9BA6-FEDEE1D6C548}" dt="2026-02-23T02:02:05.848" v="222" actId="478"/>
          <ac:picMkLst>
            <pc:docMk/>
            <pc:sldMk cId="651295698" sldId="276"/>
            <ac:picMk id="3" creationId="{47658E2B-A799-995D-DFBE-C78A78C2F43C}"/>
          </ac:picMkLst>
        </pc:picChg>
        <pc:picChg chg="add mod">
          <ac:chgData name="Edith Rincon" userId="12bd49978ae318a8" providerId="LiveId" clId="{C046D085-153D-4B69-9BA6-FEDEE1D6C548}" dt="2026-02-23T02:01:52.389" v="220" actId="1076"/>
          <ac:picMkLst>
            <pc:docMk/>
            <pc:sldMk cId="651295698" sldId="276"/>
            <ac:picMk id="9" creationId="{85E937B7-7A68-B8E9-9343-1D500BB70685}"/>
          </ac:picMkLst>
        </pc:picChg>
        <pc:picChg chg="add mod">
          <ac:chgData name="Edith Rincon" userId="12bd49978ae318a8" providerId="LiveId" clId="{C046D085-153D-4B69-9BA6-FEDEE1D6C548}" dt="2026-02-23T02:02:12.851" v="224" actId="14100"/>
          <ac:picMkLst>
            <pc:docMk/>
            <pc:sldMk cId="651295698" sldId="276"/>
            <ac:picMk id="10" creationId="{F024AC96-8A4E-D8A2-1784-188D55F77E7A}"/>
          </ac:picMkLst>
        </pc:picChg>
        <pc:picChg chg="del">
          <ac:chgData name="Edith Rincon" userId="12bd49978ae318a8" providerId="LiveId" clId="{C046D085-153D-4B69-9BA6-FEDEE1D6C548}" dt="2026-02-23T02:01:49.359" v="219" actId="478"/>
          <ac:picMkLst>
            <pc:docMk/>
            <pc:sldMk cId="651295698" sldId="276"/>
            <ac:picMk id="14" creationId="{2A22200B-C42B-D58C-665B-4724BE3DB56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5A5E-0316-1406-A9C9-ABF5C242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439E5-EC4E-F663-92F0-0C5074D83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C8C19-C2D7-2866-FD5B-42B009EF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5A5B2-F3A7-C4D6-DB50-21F1F445F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AED0B-93E5-A05E-301E-B1D094A68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882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8AB0-7BCA-E66B-D204-4DFCC3991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18296-909D-AB8F-B908-A97DD1048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40870-2CB9-4F84-1A1E-E1776A00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22111-19D9-2714-6FE4-1AF216645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C3D31-A0F4-A82A-4DFE-E28000811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375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42E6-40C4-B31C-A905-E68E0E7B8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1B71A-01FF-8FAF-B0F5-B67FC95BD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AB220-8F8C-D28A-889D-12C863E6D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6ADFE-286B-3551-83D3-B993D54A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2B13C-E687-6E82-455F-ABC7CF22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891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0B3C-7032-A6E8-7E55-4B5C7A20D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94DF2-D811-426E-7566-B48FA7CC91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DFE17-5D99-83C5-274C-5BB69C5C1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93198-BB1E-AD94-1347-72A94E55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046AE-6D0A-FFE2-F13C-C583A0B8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AEBE2-39BC-FCFF-444F-3CD51658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444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6C02-C99F-7748-BDB3-64C72336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258BB-2442-2E62-B219-184F22B39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68D17-1017-9BD1-9695-DF329A18D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74117-0716-69E2-000E-61ABD9A10F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3A1D8-B4BF-86C4-E3D6-4CA6EDE2F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E507C-2D0A-82A4-9429-84CEA3FCF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F6C165-AEDA-EE03-EA60-F51D53ECA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92833B-78A8-9FB5-EF78-C6009D0B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008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B22B0-CDF5-6402-B586-32389EC9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36586D-A659-FB46-C870-74108542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16FF1-5C69-A8E4-61BA-3E99B6AC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7CD35-7243-A704-6456-4C986C0EB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4030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DF6D60-477F-2088-F917-AD4F1CE5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F5773-5C31-FF5D-8675-B34914594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1D0BA-D054-F9DA-714A-5D18EA72A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2992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8BB7-BCD0-45F9-2824-FC4F97938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1057D-9335-4243-8E5C-DF9B0D3C3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ED57A-A973-B679-20F4-11072CBA9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05747-37DE-F891-A3AE-193B85AD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AC227-12A5-440C-3692-963A1DB7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DF70B-3D29-0940-2477-FD6C483CB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560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F21D4-4FCF-9742-5E96-78A4EFBA9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BAE5DF-75F4-C2C6-4135-8B119B579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5EAA5-627B-EAE7-F58A-220C0A6CF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11CDA-4310-7452-F7F7-FB14274CF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ADCAA-D6B0-1429-3BBD-7B59031B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21F78-BA62-117A-F8AB-820417611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4861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B53C-ECBF-DCB0-073A-9781A714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4649A-F850-ED71-60A1-EFEDD1EFC9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B9DA3-554B-EA21-38F6-FD05E3B8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DE7EA-410C-1EED-A88E-292D13C2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F0165-2130-9F41-2C00-FD0930E97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086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3D52C-6710-A787-65A7-B03005AFD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F870BD-C9B8-62C7-0BB4-87C1F44E6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CD08C-9EC2-E67B-D2D8-0BFA521D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31542-84FF-285C-9969-F57046659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34581-0408-8DD5-54C5-8FEE9C6B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1356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F77ECD-1774-88A0-0AA2-91FAEF46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E4553-9E21-AC8C-FE13-73658F277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C2169-FCFF-F172-4102-E78E790BA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37AA5-FFA3-43A2-B73A-05A1424145A3}" type="datetimeFigureOut">
              <a:rPr lang="es-CO" smtClean="0"/>
              <a:t>22/02/2026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D0A3F-42C4-A48F-AA60-5097B5F73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59F8-F8A4-77AF-732A-554E452E0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D0055-F119-44F5-99EA-6983284FA00E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341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A2F49-0C80-DAF0-F0E9-56568E938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10" y="1281546"/>
            <a:ext cx="893617" cy="893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65A067-BDD9-FE1E-E684-80EF5FD16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7328" y="1281546"/>
            <a:ext cx="969817" cy="9698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D8A50B-C6A0-5B11-838D-D0D68264B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055" y="2760518"/>
            <a:ext cx="976746" cy="9767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E296B0-0A4D-EF91-AF11-E70F72D34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8181" y="2272145"/>
            <a:ext cx="976746" cy="9767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22939A8-BFF9-79EA-9AFF-C82255043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7473" y="1336963"/>
            <a:ext cx="893618" cy="89361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80EED37-4B72-A985-E89C-DD0A134A9C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2054" y="2417618"/>
            <a:ext cx="893619" cy="89361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06630AD-F374-7CF4-2806-55A37B0E43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219" y="2708564"/>
            <a:ext cx="1059872" cy="105987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B0C3DAD-7417-BFBB-2EB3-31A1D00802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219" y="1059873"/>
            <a:ext cx="1357746" cy="135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86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06C3-D42A-1B0A-9393-ACCBF2C0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C5C291-F7A9-40D2-641B-BA8C06AC0B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00346-2F0E-6839-A8F3-018BCC91B86E}"/>
              </a:ext>
            </a:extLst>
          </p:cNvPr>
          <p:cNvSpPr/>
          <p:nvPr/>
        </p:nvSpPr>
        <p:spPr>
          <a:xfrm>
            <a:off x="4197927" y="427033"/>
            <a:ext cx="7453299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D9F61-77FA-DE5B-32C7-DC1752DCA5C1}"/>
              </a:ext>
            </a:extLst>
          </p:cNvPr>
          <p:cNvSpPr/>
          <p:nvPr/>
        </p:nvSpPr>
        <p:spPr>
          <a:xfrm>
            <a:off x="560439" y="1385455"/>
            <a:ext cx="5378245" cy="49883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97D953-6729-BDFA-9B4B-602B05ED193A}"/>
              </a:ext>
            </a:extLst>
          </p:cNvPr>
          <p:cNvSpPr/>
          <p:nvPr/>
        </p:nvSpPr>
        <p:spPr>
          <a:xfrm>
            <a:off x="6158345" y="1385455"/>
            <a:ext cx="5492881" cy="49883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23C0D0-3013-4D03-5006-4A236346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306" y="449268"/>
            <a:ext cx="658091" cy="6580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CFFF3E-FA38-528A-54F3-D6FF91AC1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249" y="474408"/>
            <a:ext cx="602225" cy="602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CC7EB3-01B9-BB58-D02C-A6EA68F95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4353" y="466027"/>
            <a:ext cx="658091" cy="6580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38663D-ED58-3CA8-8AA7-C24FDB516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516" y="350163"/>
            <a:ext cx="775854" cy="7758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52574B-CBF5-7940-EE4A-1AF41EE5E4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937" y="561205"/>
            <a:ext cx="1771663" cy="42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5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324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202393" y="382229"/>
            <a:ext cx="7481008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60438" y="1281770"/>
            <a:ext cx="5487071" cy="2533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48621" y="1281770"/>
            <a:ext cx="5434780" cy="2533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60438" y="3927876"/>
            <a:ext cx="5434780" cy="24458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16447" y="3927876"/>
            <a:ext cx="5434780" cy="24458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7384BB-6765-DF19-6379-DCDF9BCC9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49" y="474408"/>
            <a:ext cx="602225" cy="6022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8ADC18-13AC-B2C5-2EA3-B8A335E86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353" y="466027"/>
            <a:ext cx="658091" cy="6580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8B694F-973A-442D-4076-0D5476C6B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16" y="350163"/>
            <a:ext cx="775854" cy="775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03DA0F-C68B-4DB2-3194-4BFBBB2A98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937" y="561205"/>
            <a:ext cx="1771663" cy="4286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F1D903-4D3C-17C2-F3F1-1D784D17B5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458" y="407520"/>
            <a:ext cx="716598" cy="71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6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197927" y="427033"/>
            <a:ext cx="7453299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60439" y="1385455"/>
            <a:ext cx="5378245" cy="49883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158345" y="1385455"/>
            <a:ext cx="5492881" cy="49883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B91371-B84E-0581-1698-19081AFD2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49" y="474408"/>
            <a:ext cx="602225" cy="602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225536-0368-4AA1-8784-4F12720CA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353" y="466027"/>
            <a:ext cx="658091" cy="6580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20B63B-2F37-5855-8EBE-04BE0F9F6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16" y="350163"/>
            <a:ext cx="775854" cy="7758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E4510D-0EFB-AE63-93DC-C57193A1AD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937" y="561205"/>
            <a:ext cx="1771663" cy="4286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C9387E-AB7D-F359-DB41-DFABE1A29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457" y="407089"/>
            <a:ext cx="736860" cy="73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61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B08D-D78E-C53E-F9D3-AAC9BADB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EBF86D-A6C5-67EF-E728-6684D4428E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2E405-17FC-018C-CDEF-59EDCE283FED}"/>
              </a:ext>
            </a:extLst>
          </p:cNvPr>
          <p:cNvSpPr/>
          <p:nvPr/>
        </p:nvSpPr>
        <p:spPr>
          <a:xfrm>
            <a:off x="4197927" y="427033"/>
            <a:ext cx="7453299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1C5397-10EB-8485-7B0A-3B2C95E3E78C}"/>
              </a:ext>
            </a:extLst>
          </p:cNvPr>
          <p:cNvSpPr/>
          <p:nvPr/>
        </p:nvSpPr>
        <p:spPr>
          <a:xfrm>
            <a:off x="560440" y="3027218"/>
            <a:ext cx="5369306" cy="3346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C02F00-FDE9-DBC6-0752-5CE8113CEA30}"/>
              </a:ext>
            </a:extLst>
          </p:cNvPr>
          <p:cNvSpPr/>
          <p:nvPr/>
        </p:nvSpPr>
        <p:spPr>
          <a:xfrm>
            <a:off x="6158345" y="3027218"/>
            <a:ext cx="5473215" cy="3346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83AC2F-99A1-7BE5-8EC2-DAECCB60B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49" y="474408"/>
            <a:ext cx="602225" cy="6022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F3F995B-3C0E-EFDD-5DF2-1967618BE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353" y="466027"/>
            <a:ext cx="658091" cy="6580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71AC67-843B-7FB4-C619-DCFD1814A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16" y="350163"/>
            <a:ext cx="775854" cy="7758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C65458-ABB5-0C44-30C1-D7C2C182DC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937" y="561205"/>
            <a:ext cx="1771663" cy="4286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FD53AC-E8DF-7A1E-C687-627EE8C6AE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457" y="407089"/>
            <a:ext cx="736860" cy="7368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8AB005A-7220-BBC6-EE5D-61ADB80BAB6C}"/>
              </a:ext>
            </a:extLst>
          </p:cNvPr>
          <p:cNvSpPr/>
          <p:nvPr/>
        </p:nvSpPr>
        <p:spPr>
          <a:xfrm>
            <a:off x="550607" y="1298065"/>
            <a:ext cx="11090786" cy="157503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66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7F960-50FB-4EF0-A93C-EF7FA4C1D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968169-EF1B-C247-3CD2-AE57EB24CDE8}"/>
              </a:ext>
            </a:extLst>
          </p:cNvPr>
          <p:cNvSpPr/>
          <p:nvPr/>
        </p:nvSpPr>
        <p:spPr>
          <a:xfrm>
            <a:off x="0" y="-2324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2C9071-9987-3D90-08EF-0E9542496C4C}"/>
              </a:ext>
            </a:extLst>
          </p:cNvPr>
          <p:cNvSpPr/>
          <p:nvPr/>
        </p:nvSpPr>
        <p:spPr>
          <a:xfrm>
            <a:off x="4202393" y="382229"/>
            <a:ext cx="7481008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BAEE07-CAD6-A16C-B964-B3E4A4847BBA}"/>
              </a:ext>
            </a:extLst>
          </p:cNvPr>
          <p:cNvSpPr/>
          <p:nvPr/>
        </p:nvSpPr>
        <p:spPr>
          <a:xfrm>
            <a:off x="560438" y="1281770"/>
            <a:ext cx="5487071" cy="2533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958DD4-00DA-90D6-2FCE-F83E49E759CE}"/>
              </a:ext>
            </a:extLst>
          </p:cNvPr>
          <p:cNvSpPr/>
          <p:nvPr/>
        </p:nvSpPr>
        <p:spPr>
          <a:xfrm>
            <a:off x="6248621" y="1281770"/>
            <a:ext cx="5434780" cy="25331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BD629D-7634-1F88-83BF-CB17274C0A1E}"/>
              </a:ext>
            </a:extLst>
          </p:cNvPr>
          <p:cNvSpPr/>
          <p:nvPr/>
        </p:nvSpPr>
        <p:spPr>
          <a:xfrm>
            <a:off x="560438" y="3927876"/>
            <a:ext cx="5434780" cy="24458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2C5EB7-B141-C385-1053-E7AA5C52D46B}"/>
              </a:ext>
            </a:extLst>
          </p:cNvPr>
          <p:cNvSpPr/>
          <p:nvPr/>
        </p:nvSpPr>
        <p:spPr>
          <a:xfrm>
            <a:off x="6216447" y="3927876"/>
            <a:ext cx="5434780" cy="24458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559707-A6D3-62EF-4918-631369CD1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49" y="474408"/>
            <a:ext cx="602225" cy="602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0043BE-0208-49B3-A000-629F752D5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16" y="350163"/>
            <a:ext cx="775854" cy="7758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920950-2CFA-3EE3-5A2F-6DA2131E0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937" y="561205"/>
            <a:ext cx="1771663" cy="4286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9787089-3E1B-5117-8C94-7782B8112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514" y="459515"/>
            <a:ext cx="682143" cy="682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C4C1E9-0133-A13D-081F-CDC65A2A8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1306" y="449268"/>
            <a:ext cx="658091" cy="6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22A1A-046D-FED1-C881-6F39699D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7EC2F-88C4-EDE9-7945-B6386C20CC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75D6E4-9B56-9319-8AEE-11F7C41EBD41}"/>
              </a:ext>
            </a:extLst>
          </p:cNvPr>
          <p:cNvSpPr/>
          <p:nvPr/>
        </p:nvSpPr>
        <p:spPr>
          <a:xfrm>
            <a:off x="4197927" y="427033"/>
            <a:ext cx="7453299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A910DB-D3A0-B541-3794-884862687ED0}"/>
              </a:ext>
            </a:extLst>
          </p:cNvPr>
          <p:cNvSpPr/>
          <p:nvPr/>
        </p:nvSpPr>
        <p:spPr>
          <a:xfrm>
            <a:off x="560439" y="1385455"/>
            <a:ext cx="5378245" cy="49883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302D40-B661-B5F1-00B1-0C0C9037CC25}"/>
              </a:ext>
            </a:extLst>
          </p:cNvPr>
          <p:cNvSpPr/>
          <p:nvPr/>
        </p:nvSpPr>
        <p:spPr>
          <a:xfrm>
            <a:off x="6158345" y="1385455"/>
            <a:ext cx="5492881" cy="49883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D52F960-E85D-FD76-B1A7-CCA3020E3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49" y="474408"/>
            <a:ext cx="602225" cy="6022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56AEBE-EC51-05DC-7E4D-B6020DB1E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16" y="350163"/>
            <a:ext cx="775854" cy="7758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49F974-E387-725E-1873-9D0841A82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937" y="561205"/>
            <a:ext cx="1771663" cy="4286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92815C8-F114-B423-9BC1-4CC3840BD1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514" y="459515"/>
            <a:ext cx="682143" cy="682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D09E1E-0F81-8D7C-829C-0E9BA74075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2710" y="446473"/>
            <a:ext cx="658091" cy="6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8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8DC18-20FA-7A4A-2695-E669D6AF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B58DA6-DB79-FA72-EBA5-1F12406219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31B7FE-80E9-A40D-75E8-702D95BD9BDB}"/>
              </a:ext>
            </a:extLst>
          </p:cNvPr>
          <p:cNvSpPr/>
          <p:nvPr/>
        </p:nvSpPr>
        <p:spPr>
          <a:xfrm>
            <a:off x="4197927" y="427033"/>
            <a:ext cx="7453299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CB323F-BBB0-214A-6CB0-FA1F050AC59B}"/>
              </a:ext>
            </a:extLst>
          </p:cNvPr>
          <p:cNvSpPr/>
          <p:nvPr/>
        </p:nvSpPr>
        <p:spPr>
          <a:xfrm>
            <a:off x="560440" y="3027218"/>
            <a:ext cx="5369306" cy="3346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5A30D4-26DB-B254-C7C1-575BCC44928C}"/>
              </a:ext>
            </a:extLst>
          </p:cNvPr>
          <p:cNvSpPr/>
          <p:nvPr/>
        </p:nvSpPr>
        <p:spPr>
          <a:xfrm>
            <a:off x="6158345" y="3027218"/>
            <a:ext cx="5473215" cy="3346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906457-5D71-21D8-3A6C-A4FBE9215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49" y="474408"/>
            <a:ext cx="602225" cy="6022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588258-30BC-8939-CAEE-FB877A2C7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16" y="350163"/>
            <a:ext cx="775854" cy="7758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719C12-CFC8-A0CF-31C2-C13259D1CD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937" y="561205"/>
            <a:ext cx="1771663" cy="4286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554A0C-B85D-50A4-6877-0737D111121D}"/>
              </a:ext>
            </a:extLst>
          </p:cNvPr>
          <p:cNvSpPr/>
          <p:nvPr/>
        </p:nvSpPr>
        <p:spPr>
          <a:xfrm>
            <a:off x="550607" y="1298065"/>
            <a:ext cx="11090786" cy="157503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C801B0-56DE-F382-9C67-64AE4447D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688" y="461806"/>
            <a:ext cx="682143" cy="682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CE3357-DFA6-92FF-7FD6-AC5B23C6FD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1306" y="449268"/>
            <a:ext cx="658091" cy="6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3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7851C-3139-A49F-96B6-E6DAB193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C7B414-5625-B484-4E98-A38F20BBE7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63500" sx="101000" sy="101000" algn="ctr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76E41-A01B-9D8A-249A-D986190AAE89}"/>
              </a:ext>
            </a:extLst>
          </p:cNvPr>
          <p:cNvSpPr/>
          <p:nvPr/>
        </p:nvSpPr>
        <p:spPr>
          <a:xfrm>
            <a:off x="4197927" y="427033"/>
            <a:ext cx="7453299" cy="7865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535A4-9382-2359-5232-111A97442382}"/>
              </a:ext>
            </a:extLst>
          </p:cNvPr>
          <p:cNvSpPr/>
          <p:nvPr/>
        </p:nvSpPr>
        <p:spPr>
          <a:xfrm>
            <a:off x="560440" y="3027218"/>
            <a:ext cx="5369306" cy="3346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8F1D67-7521-618A-208B-F5802D52069A}"/>
              </a:ext>
            </a:extLst>
          </p:cNvPr>
          <p:cNvSpPr/>
          <p:nvPr/>
        </p:nvSpPr>
        <p:spPr>
          <a:xfrm>
            <a:off x="6158345" y="3027218"/>
            <a:ext cx="5473215" cy="33465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5EA30C-3364-D06E-BCC5-3C96DC065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249" y="474408"/>
            <a:ext cx="602225" cy="602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1DDB61-1011-0689-3047-E2314A707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937" y="561205"/>
            <a:ext cx="1771663" cy="4286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7638912-F5F8-B2B0-BD43-F6E9DADA540C}"/>
              </a:ext>
            </a:extLst>
          </p:cNvPr>
          <p:cNvSpPr/>
          <p:nvPr/>
        </p:nvSpPr>
        <p:spPr>
          <a:xfrm>
            <a:off x="550607" y="1298065"/>
            <a:ext cx="11090786" cy="157503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F8A775-F904-7718-7E0C-FFB2FBA00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306" y="449268"/>
            <a:ext cx="658091" cy="658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E937B7-7A68-B8E9-9343-1D500BB70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35" y="327370"/>
            <a:ext cx="886244" cy="886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24AC96-8A4E-D8A2-1784-188D55F77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4353" y="466027"/>
            <a:ext cx="658091" cy="6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9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Edith Rincon</dc:creator>
  <cp:lastModifiedBy>Edith Rincon</cp:lastModifiedBy>
  <cp:revision>1</cp:revision>
  <dcterms:created xsi:type="dcterms:W3CDTF">2026-02-23T01:28:26Z</dcterms:created>
  <dcterms:modified xsi:type="dcterms:W3CDTF">2026-02-23T02:02:19Z</dcterms:modified>
</cp:coreProperties>
</file>